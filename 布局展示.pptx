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115435" y="858520"/>
            <a:ext cx="3347085" cy="514032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320540" y="1002665"/>
            <a:ext cx="2870200" cy="4133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头部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319905" y="1654175"/>
            <a:ext cx="2870200" cy="364426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中部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5145" y="5470525"/>
            <a:ext cx="2854960" cy="34734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底部导航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演示</Application>
  <PresentationFormat>宽屏</PresentationFormat>
  <Paragraphs>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Melony</cp:lastModifiedBy>
  <cp:revision>167</cp:revision>
  <dcterms:created xsi:type="dcterms:W3CDTF">2026-03-12T13:25:25Z</dcterms:created>
  <dcterms:modified xsi:type="dcterms:W3CDTF">2026-03-12T13:25:25Z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30149C9E95B7DD80AAB7B2693B4024C2_41</vt:lpwstr>
  </property>
</Properties>
</file>